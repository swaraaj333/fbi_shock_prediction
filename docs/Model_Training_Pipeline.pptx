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Model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CC"/>
                </a:solidFill>
              </a:defRPr>
            </a:pPr>
            <a:r>
              <a:t>Hemodynamic Shock Predictor — How We Trained the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4BA2"/>
                </a:solidFill>
              </a:defRPr>
            </a:pPr>
            <a:r>
              <a:t>Built on Real MIMIC-IV ICU Data  •  HistGradientBoostingClassifier  •  86.78%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CC"/>
                </a:solidFill>
              </a:defRPr>
            </a:pPr>
            <a:r>
              <a:t>train_model.py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1. Training Data — What We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Source: Real MIMIC-IV ICU Database (PhysioNet)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Raw Files: chartevents.csv, icustays.csv, patients.csv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Processed by: process_mimic_data.py (7-step ETL pipeline)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Output: data/processed_mimic.csv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Dataset Stats: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6,685 hourly patient records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140 unique ICU stays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72-hour window per patient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Vitals sampled every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Label Distribution: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Stable (0): 4,778 rows  (71.5%)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Shock  (1): 1,907 rows  (28.5%)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Label uses 2-hour LOOKAHEAD: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We predict if the patient WILL crash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in the next 1-2 hours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This makes it an early-warning system,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not a reactive alarm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2. Features — What the Model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Core Vitals (5 features):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HeartRate  — bpm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SysBP     — Systolic Blood Pressure (mmHg)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MAP       — Mean Arterial Pressure (mmHg)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RespRate  — Breaths per minute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SpO2      — Oxygen Saturation (%)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Derived Feature (1):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ShockIndex = HeartRate / SysBP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(Normal: 0.5-0.7, Shock: &gt; 1.0)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Temporal Trend Features (4):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HR_Change    — Heart Rate change from last hour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SysBP_Change — BP change from last hour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MAP_Change   — MAP change from last hour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SpO2_Change  — O2 change from last hour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Demographics (2):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Age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Gender_M  (1 = Male, 0 = Female)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Total: 12 features per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3. Model Choice — Why HistGradientBoosting?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Why NOT Random Forest?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Random Forest CANNOT handle NaN values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ICU data has frequent missing values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(sensor disconnections, skipped readings)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Would require imputation which can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hallucinate healthy vitals for sick patients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Why HistGradientBoosting?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Native NaN handling (no imputation needed!)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Learns complex feature interactions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Handles class imbalance well with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Hyperparameters: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max_iter = 100    (100 boosting rounds)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max_depth = 12    (deep trees for complex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               ICU vital interactions)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min_samples_leaf = 5  (prevents overfitting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                   on rare edge cases)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random_state = 42     (reproducibility)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From sklearn.ensemble: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HistGradientBoostingClassifier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4. Preprocessing — Smart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NaN Masking Strategy: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We intentionally mask 15% of Age &amp; Gender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during training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This teaches the model to handle missing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demographics gracefully at prediction time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Vitals are NOT masked — they flow in with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their natural NaN patterns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No Global Imputation: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We do NOT replace NaN with median/mean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The model handles NaN natively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This prevents hallucinating healthy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Sample Weighting (Critical!):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Hypoxia (SpO2 &lt; 90):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→ Only ~56 rows out of 6,685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→ But clinically life-threatening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→ Weight: 50x normal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Severe Respiratory Distress: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(RespRate &gt; 25 AND HeartRate &gt; 110)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→ Weight: 20x normal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This forces the model to learn rare but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critical distress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5. 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Step 1: Load processed_mimic.csv  (6,685 rows × 12 features)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Step 2: Split 80/20  →  Training: 5,348 rows  |  Testing: 1,337 rows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Stratified split ensures both sets have same shock/stable ratio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random_state=42 for reproducibility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Step 3: Train HistGradientBoostingClassifier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model.fit(X_train, y_train, sample_weight=w_train)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Sample weights boost rare critical cases (hypoxia 50x, resp distress 20x)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Step 4: Evaluate on test set (never seen during training)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Step 5: Save model artifacts to model/ folder: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shock_rf_model.pkl      — the trained model (381 KB)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    • feature_names.pkl       — ordered list of 12 feature names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6. Results —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51"/>
                </a:solidFill>
              </a:defRPr>
            </a:pPr>
            <a:r>
              <a:t>Overall Accuracy: 86.78%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Classification Report: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            Precision  Recall   F1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Stable:      0.88      0.95    0.91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Shock:       0.83      0.67    0.74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Precision = When it says SHOCK, it's right 83%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Recall    = It catches 67% of actual shocks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Sanity Check Results: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✅ Healthy vitals (HR=72, SysBP=120)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   → Correctly predicts STABLE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✅ Shock vitals (HR=140, SysBP=60)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   → Correctly predicts SHOCK</a:t>
            </a: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C"/>
                </a:solidFill>
              </a:defRPr>
            </a:pPr>
            <a:r>
              <a:t>  ✅ All 7 pytest validation tests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7. How We Define "Shock" — Clinical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A patient-hour is labeled SHOCK (1) if ANY of these conditions are true: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Rule 1:  MAP &lt; 65 mmHg              — Hemodynamic instability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Rule 2:  Shock Index &gt; 1.0           — Tachycardia relative to blood pressure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Rule 3:  SysBP &lt; 90 mmHg            — Frank hypotension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Rule 4:  SpO2 &lt; 90%                  — Hypoxia (oxygen deprivation)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Rule 5:  RespRate &gt; 25 AND HR &gt; 110  — Combined respiratory distress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The FINAL label uses a 2-hour LOOKAHEAD (shift -2):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We don't label what IS happening now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We label what WILL happen 2 hours from now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→ This is what makes this an EARLY WARNING system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These rules come from standard ICU clinical guidelines (Surviving Sepsis Campaign).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</a:defRPr>
            </a:pPr>
            <a:r>
              <a:t>8. End-to-End Pipeline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Raw MIMIC-IV Data (PhysioNet)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↓  process_mimic_data.py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Processed Dataset (6,685 rows × 12 features + labels)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↓  train_model.py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Trained Model (shock_rf_model.pkl — 381 KB)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↓  flask_api.py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REST API on localhost:5000 (/predict, /predict_csv)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   ↓  streamlit_app.py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Interactive UI on localhost:8501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Key Files: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ml_pipeline/process_mimic_data.py  — ETL (raw → clean)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ml_pipeline/train_model.py         — Training (clean → model)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app/flask_api.py                   — Inference API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app/streamlit_app.py               — Frontend UI</a:t>
            </a:r>
          </a:p>
          <a:p>
            <a:pPr>
              <a:spcAft>
                <a:spcPts val="800"/>
              </a:spcAft>
              <a:defRPr sz="1700">
                <a:solidFill>
                  <a:srgbClr val="A0A0CC"/>
                </a:solidFill>
              </a:defRPr>
            </a:pPr>
            <a:r>
              <a:t>  • tests/test_app.py                  — 7 validation tests (all passing)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CC"/>
                </a:solidFill>
              </a:defRPr>
            </a:pPr>
            <a:r>
              <a:t>Hemodynamic Shock Predictor — Model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64BA2"/>
                </a:solidFill>
              </a:defRPr>
            </a:pPr>
            <a:r>
              <a:t>Built with MIMIC-IV  •  HistGradientBoosting  •  86.78% Accuracy  •  12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